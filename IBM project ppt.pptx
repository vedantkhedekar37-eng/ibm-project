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  <p:sldId id="267" r:id="rId10"/>
    <p:sldId id="268" r:id="rId11"/>
    <p:sldId id="269" r:id="rId12"/>
    <p:sldId id="272" r:id="rId13"/>
    <p:sldId id="273" r:id="rId14"/>
    <p:sldId id="270" r:id="rId15"/>
    <p:sldId id="274" r:id="rId16"/>
    <p:sldId id="275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b3W1nguJpyLvdkVeio7GQyZY/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DANT KHEDEKAR" initials="VK" lastIdx="1" clrIdx="0">
    <p:extLst>
      <p:ext uri="{19B8F6BF-5375-455C-9EA6-DF929625EA0E}">
        <p15:presenceInfo xmlns:p15="http://schemas.microsoft.com/office/powerpoint/2012/main" userId="S::202501100090@msteams.mitaoe.ac.in::03110029-f140-4c0d-af5c-019082977a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edantkhedekar37-eng/IBM-Projec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 dirty="0"/>
              <a:t>“Exploring the Power of Agentic AI with IBM Granite and  IBM Bob”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1301282663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Vedant Vijay Khedekar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vedantkhedekar37@gmail.com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9321618309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Healthcare &amp; Wellness (AI Health &amp; Nutrition Assistant)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97932" y="538992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US" sz="2400" b="1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ArogyaAI</a:t>
            </a: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AI Health &amp; Nutrition Assistant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440221-BFF1-CEB4-1AE0-6C6055E7B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78" y="3683877"/>
            <a:ext cx="1114544" cy="1083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ArogyaAI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People struggle with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diet planning, portion control, and tracking nutritional intake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Reliable,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personalized, real-time guidance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often missing, leading to poor food choices.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ArogyaAI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that delivers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dietary insights and guidance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for individuals and families. It should: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Diet Plans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Based on age, health, allergies, and goals.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Data RAG Retrieval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Calories, macros, and vitamins from trusted sources.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Diet Tracking &amp; Feedback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Log meals via text, image, or voice for instant analysis.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Health Focus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Diabetes-friendly, heart-healthy diet suggestions.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System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Nutrition Knowledge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·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Diet Recommendation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·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Advisory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·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Log &amp; Feedback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 Dashboard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Weekly nutrient intake and progress tracking.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Utilities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BMI, calories, water intake, and exercise tips.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Scoped, Safe Guidance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Stays within health topics, explains reports without diagnosing, always with a disclaimer.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55468" y="1168656"/>
            <a:ext cx="1060704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 ArogyaAI – AI Health &amp; Nutrition Assistant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solution is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AI-powered Health &amp; Nutrition Assistant called ArogyaAI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built using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and Granite Models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personalized, real-time dietary guidance.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its core, the solution uses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fetch trusted data (USDA, WHO) and summarize calories, macros, and vitamins.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consists of four key agents: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Nutrition Knowledge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nutrition data.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Diet Recommendation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meal plans.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Advisory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preventive advice.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Log &amp; Feedback Agent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meal logging &amp; feedback.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includes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user-friendly dashboard that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visualizes nutrient intake, deficiencies, and progress.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Watsonx.ai orchestrates workflows and governance; Granite models power reasoning and personalization.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this solution delivers an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end-to-end intelligent nutrition assistant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healthier lifestyles.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467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Grainte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(ibm-granite-3-2-8b) – language understanding &amp; personalization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Infrastructure to build, deploy, and scale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reliable, scalable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environment for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ArogyaAI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real data first, then generate intelligent answers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more trustworthy results.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 -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model deployment, embeddings, and AI governance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Database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(FAISS/Chroma) – nutritional data retrieval</a:t>
            </a:r>
            <a:endParaRPr lang="en-US" sz="1800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BOB-</a:t>
            </a:r>
            <a:r>
              <a:rPr lang="en-US" sz="1800" b="1" dirty="0"/>
              <a:t> </a:t>
            </a:r>
            <a:r>
              <a:rPr lang="en-US" sz="1800" dirty="0"/>
              <a:t>For Frontend and Backend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Google Shape;131;p7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Architecture blueprint</a:t>
            </a:r>
            <a:endParaRPr lang="en-US" sz="3600" b="0" i="0" u="none" strike="noStrike" kern="1200" cap="none">
              <a:solidFill>
                <a:srgbClr val="FFFFFF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3C05D2-03BC-2D85-2538-9A4EE2B8A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584" y="0"/>
            <a:ext cx="5225797" cy="6725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ArogyaAI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lets ArogyaAI act as an autonomous system, not just a chatbot, using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coordinate specialized agents.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agent handles one role—data, plans, advice, or logs—collaboratively. This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approach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accurate results.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also brings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awareness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tailored recommendations, plus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adaptation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daily inputs.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Agents also communicate with each other for better decisions.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it makes ArogyaAI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digital nutritionist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ArogyaAI stands out by combining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AI, RAG, and personalization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a single intelligent system.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Intelligence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Specialized agents collaborate for accurate guidance.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RAG-Based Accuracy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Real-time retrieval reduces misinformation.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Hyper-Personalization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Plans tailored to health, culture, and goals.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Feedback Loop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Adapts from daily logs and behavior.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Multi-Modal Input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Text, voice, or image-based tracking.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Healthcare Focus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Disease-specific nutrition advice.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&amp; Enterprise-Ready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Built on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reliability &amp; governance.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the solution a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smart, adaptive, and proactive digital nutritionist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https://github.com/vedantkhedekar37-eng/IBM-Project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1.Integration with Wearables &amp; Health Devices – </a:t>
            </a:r>
            <a:endParaRPr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 with smartwatches and fitness trackers for real-time activity and health data, enabling more accurate recommendations.</a:t>
            </a:r>
            <a:endParaRPr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2.AI-Powered Voice Assistant &amp; Multilingual Support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endParaRPr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voice interaction and multilingual support for wider accessibility and inclusivity.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  add your credly certificate 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8F31C-3187-1E73-4B4B-8AA564754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847" y="1367169"/>
            <a:ext cx="9158306" cy="5437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7B0F-42C3-5A77-62F9-4F356E7E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676B4-FAB1-C39C-08FE-337F2D8F2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45F00-BA1C-A6ED-047A-402CF5922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005" y="233680"/>
            <a:ext cx="9133429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12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3512-F875-41E3-E450-632723AD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03D70-FB4B-7154-A50D-48B242379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7429D-01E5-0785-EA3E-529FCC2BD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269" y="193040"/>
            <a:ext cx="8987462" cy="653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6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IBM BOB Certificate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E3C3DA-AEE7-F938-A7AF-4C0DCF5D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98" y="1337186"/>
            <a:ext cx="11293604" cy="55208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87DF-E25B-2C4E-C25B-4D4B41FA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601F8-EDBA-34D7-B8D2-059FBAFF2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AA929-40EF-ED78-D2EB-59B98FF8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80" y="233680"/>
            <a:ext cx="11091639" cy="662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18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399-B07F-70D8-563B-9DD82F92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2375C-F024-229E-4050-B70AD166F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F2463A-611A-296C-BC0D-DF2CAE79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7" y="182880"/>
            <a:ext cx="11082725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3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Microsoft Office PowerPoint</Application>
  <PresentationFormat>Widescreen</PresentationFormat>
  <Paragraphs>102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VEDANT KHEDEKAR</cp:lastModifiedBy>
  <cp:revision>1</cp:revision>
  <dcterms:created xsi:type="dcterms:W3CDTF">2025-07-08T05:06:56Z</dcterms:created>
  <dcterms:modified xsi:type="dcterms:W3CDTF">2026-07-15T13:21:40Z</dcterms:modified>
</cp:coreProperties>
</file>